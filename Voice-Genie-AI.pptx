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4630400" cy="8229600"/>
  <p:notesSz cx="8229600" cy="14630400"/>
  <p:embeddedFontLst>
    <p:embeddedFont>
      <p:font typeface="Gelasio" pitchFamily="34" charset="0"/>
      <p:bold r:id="rId12"/>
    </p:embeddedFont>
    <p:embeddedFont>
      <p:font typeface="Gelasio" pitchFamily="34" charset="-122"/>
      <p:bold r:id="rId13"/>
    </p:embeddedFont>
    <p:embeddedFont>
      <p:font typeface="Gelasio" pitchFamily="34" charset="-120"/>
      <p:bold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sv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7599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Voice-Genie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46540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smart, voice-powered assistant that transforms natural speech into meaningful actions — hands-free, intelligent, and built for the future of human-computer interaction.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098018"/>
            <a:ext cx="1341834" cy="426244"/>
          </a:xfrm>
          <a:prstGeom prst="roundRect">
            <a:avLst>
              <a:gd name="adj" fmla="val 6386"/>
            </a:avLst>
          </a:prstGeom>
          <a:solidFill>
            <a:srgbClr val="33221A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6278" y="5220414"/>
            <a:ext cx="181451" cy="1814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8455" y="5166003"/>
            <a:ext cx="797481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VOICE AI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735372" y="5090398"/>
            <a:ext cx="1632347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C49F8C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9080" y="5220414"/>
            <a:ext cx="181451" cy="1814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51257" y="5166003"/>
            <a:ext cx="1072753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11" name="Text Box 10"/>
          <p:cNvSpPr txBox="1"/>
          <p:nvPr/>
        </p:nvSpPr>
        <p:spPr>
          <a:xfrm>
            <a:off x="5485765" y="7778115"/>
            <a:ext cx="9144000" cy="3683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p>
            <a:r>
              <a:rPr lang="en-IN" altLang="en-US"/>
              <a:t>  </a:t>
            </a:r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4560"/>
            <a:ext cx="572904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VoiceGenie Does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06968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VoiceGenie AI uses </a:t>
            </a:r>
            <a:r>
              <a:rPr lang="en-US" sz="17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speech recognition</a:t>
            </a: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</a:t>
            </a:r>
            <a:r>
              <a:rPr lang="en-US" sz="17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Natural Language Processing (NLP)</a:t>
            </a: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understand user intent and execute real-world tasks through simple voice commands.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87923"/>
            <a:ext cx="6407944" cy="1685092"/>
          </a:xfrm>
          <a:prstGeom prst="roundRect">
            <a:avLst>
              <a:gd name="adj" fmla="val 2019"/>
            </a:avLst>
          </a:prstGeom>
          <a:solidFill>
            <a:srgbClr val="373433"/>
          </a:solidFill>
        </p:spPr>
      </p:sp>
      <p:sp>
        <p:nvSpPr>
          <p:cNvPr id="5" name="Text 3"/>
          <p:cNvSpPr/>
          <p:nvPr/>
        </p:nvSpPr>
        <p:spPr>
          <a:xfrm>
            <a:off x="1020604" y="3614738"/>
            <a:ext cx="2835235" cy="369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🌐</a:t>
            </a: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Web Automation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120396"/>
            <a:ext cx="59543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Open YouTube, Google, and other sites instantly with a voice command.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387923"/>
            <a:ext cx="6408063" cy="1685092"/>
          </a:xfrm>
          <a:prstGeom prst="roundRect">
            <a:avLst>
              <a:gd name="adj" fmla="val 2019"/>
            </a:avLst>
          </a:prstGeom>
          <a:solidFill>
            <a:srgbClr val="373433"/>
          </a:solidFill>
        </p:spPr>
      </p:sp>
      <p:sp>
        <p:nvSpPr>
          <p:cNvPr id="8" name="Text 6"/>
          <p:cNvSpPr/>
          <p:nvPr/>
        </p:nvSpPr>
        <p:spPr>
          <a:xfrm>
            <a:off x="7655362" y="3614738"/>
            <a:ext cx="3615690" cy="369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🎬</a:t>
            </a: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Movie Recommendations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55362" y="4120396"/>
            <a:ext cx="59544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Get personalized movie suggestions powered by real-time API data.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299829"/>
            <a:ext cx="6407944" cy="1685092"/>
          </a:xfrm>
          <a:prstGeom prst="roundRect">
            <a:avLst>
              <a:gd name="adj" fmla="val 2019"/>
            </a:avLst>
          </a:prstGeom>
          <a:solidFill>
            <a:srgbClr val="373433"/>
          </a:solidFill>
        </p:spPr>
      </p:sp>
      <p:sp>
        <p:nvSpPr>
          <p:cNvPr id="11" name="Text 9"/>
          <p:cNvSpPr/>
          <p:nvPr/>
        </p:nvSpPr>
        <p:spPr>
          <a:xfrm>
            <a:off x="1020604" y="5526643"/>
            <a:ext cx="2835235" cy="369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🕐</a:t>
            </a: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Real-Time Info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0604" y="6032302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Display time, date, and real-Time information.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299829"/>
            <a:ext cx="6408063" cy="1685092"/>
          </a:xfrm>
          <a:prstGeom prst="roundRect">
            <a:avLst>
              <a:gd name="adj" fmla="val 2019"/>
            </a:avLst>
          </a:prstGeom>
          <a:solidFill>
            <a:srgbClr val="373433"/>
          </a:solidFill>
        </p:spPr>
      </p:sp>
      <p:sp>
        <p:nvSpPr>
          <p:cNvPr id="14" name="Text 12"/>
          <p:cNvSpPr/>
          <p:nvPr/>
        </p:nvSpPr>
        <p:spPr>
          <a:xfrm>
            <a:off x="7655362" y="5526643"/>
            <a:ext cx="2911197" cy="369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💳</a:t>
            </a: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Banking Simulation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55362" y="6032302"/>
            <a:ext cx="59544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Simulate demo banking operations and financial tasks through natural speech.</a:t>
            </a:r>
            <a:endParaRPr lang="en-US" sz="1750" dirty="0"/>
          </a:p>
        </p:txBody>
      </p:sp>
      <p:sp>
        <p:nvSpPr>
          <p:cNvPr id="16" name="Text Box 15"/>
          <p:cNvSpPr txBox="1"/>
          <p:nvPr/>
        </p:nvSpPr>
        <p:spPr>
          <a:xfrm>
            <a:off x="-635" y="7766685"/>
            <a:ext cx="14630400" cy="3683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p>
            <a:r>
              <a:rPr lang="en-IN" altLang="en-US"/>
              <a:t>  </a:t>
            </a:r>
            <a:endParaRPr lang="en-I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05076"/>
            <a:ext cx="5493425" cy="686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Feature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25" y="1850350"/>
            <a:ext cx="3857625" cy="1698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9025" y="3788569"/>
            <a:ext cx="4006215" cy="4325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3400"/>
              </a:lnSpc>
              <a:buNone/>
            </a:pPr>
            <a:r>
              <a:rPr lang="en-US" sz="21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Intent-to-Action Conversion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69025" y="4412694"/>
            <a:ext cx="4006215" cy="1187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Opening websites (YouTube, Google)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Displaying time and date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Greeting! hi , hello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69025" y="5791438"/>
            <a:ext cx="4006215" cy="346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879" y="1850350"/>
            <a:ext cx="4006215" cy="16124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18879" y="3702248"/>
            <a:ext cx="4006215" cy="823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5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Speech-to-Text   Conversion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5318879" y="4738926"/>
            <a:ext cx="4006215" cy="22255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recorded audio is processed using the Whisper model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which converts speech into text with high accuracy.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Redirecting to a movie recommendation system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733" y="1850350"/>
            <a:ext cx="4006215" cy="28928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868733" y="4982647"/>
            <a:ext cx="3081218" cy="343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Recommendation Engine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9868733" y="5538668"/>
            <a:ext cx="4006215" cy="11871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Genres , Cast , Overview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selects a movie name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Movie poster &amp; watching Trailer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769025" y="7278291"/>
            <a:ext cx="13092351" cy="346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4" name="Text Box 13"/>
          <p:cNvSpPr txBox="1"/>
          <p:nvPr/>
        </p:nvSpPr>
        <p:spPr>
          <a:xfrm>
            <a:off x="0" y="7766685"/>
            <a:ext cx="14629765" cy="3683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p>
            <a:r>
              <a:rPr lang="en-IN" altLang="en-US"/>
              <a:t>  </a:t>
            </a:r>
            <a:endParaRPr lang="en-I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755809"/>
            <a:ext cx="5493425" cy="686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Technical Approach 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868091"/>
            <a:ext cx="13092351" cy="346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9025" y="2645212"/>
            <a:ext cx="6278166" cy="346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Rule-Based NLP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9025" y="3182898"/>
            <a:ext cx="6278166" cy="1953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 use rule-based NLP where user input text is matched with predefined keywords to detect intent.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Check for keywords like: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YouTube, Google , Movie , Time ,  Date , Balance Check.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Match → Assign intent → Action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9025" y="5328285"/>
            <a:ext cx="6278166" cy="346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keyword-based intent detection - Voice To Text  → Action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9025" y="5865971"/>
            <a:ext cx="6278166" cy="692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ML model analyzes movie features and recommends similar movies based on similarity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9025" y="6749772"/>
            <a:ext cx="6278166" cy="346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integrates the OMDB API to fetch real-time movie details.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90830" y="2645212"/>
            <a:ext cx="6278166" cy="346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90830" y="3182898"/>
            <a:ext cx="6278166" cy="35615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Uses </a:t>
            </a:r>
            <a:r>
              <a:rPr lang="en-US" sz="17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Whisper AI</a:t>
            </a: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speech-to-text conversion</a:t>
            </a:r>
            <a:endParaRPr lang="en-US" sz="1700" dirty="0"/>
          </a:p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Built with </a:t>
            </a:r>
            <a:r>
              <a:rPr lang="en-US" sz="17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+ Stream-lit</a:t>
            </a: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UI and interaction</a:t>
            </a:r>
            <a:endParaRPr lang="en-US" sz="1700" dirty="0"/>
          </a:p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Integrates </a:t>
            </a:r>
            <a:r>
              <a:rPr lang="en-US" sz="17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(movie recommender) + API</a:t>
            </a: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enhanced features</a:t>
            </a:r>
            <a:endParaRPr lang="en-US" sz="1700" dirty="0"/>
          </a:p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Fetches extra details (poster, rating, etc.) using </a:t>
            </a:r>
            <a:r>
              <a:rPr lang="en-US" sz="17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OMDB API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system uses content-based filtering 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cosine similarity for recommendations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Movies are loaded from a preprocessed local dataset using pickle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90830" y="6935986"/>
            <a:ext cx="6278166" cy="346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2" name="Text Box 11"/>
          <p:cNvSpPr txBox="1"/>
          <p:nvPr/>
        </p:nvSpPr>
        <p:spPr>
          <a:xfrm>
            <a:off x="0" y="7766685"/>
            <a:ext cx="14629765" cy="3683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p>
            <a:r>
              <a:rPr lang="en-IN" altLang="en-US"/>
              <a:t>  </a:t>
            </a:r>
            <a:endParaRPr lang="en-I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63523"/>
            <a:ext cx="5050393" cy="6312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Scope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464588"/>
            <a:ext cx="13216414" cy="6110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VoiceGenie's vision extends beyond the prototype — toward a </a:t>
            </a:r>
            <a:r>
              <a:rPr lang="en-US" sz="15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complete AI-powered personal assistant</a:t>
            </a: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daily life and financial management.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6993" y="2278023"/>
            <a:ext cx="13216414" cy="1212056"/>
          </a:xfrm>
          <a:prstGeom prst="roundRect">
            <a:avLst>
              <a:gd name="adj" fmla="val 2500"/>
            </a:avLst>
          </a:prstGeom>
          <a:solidFill>
            <a:srgbClr val="464342"/>
          </a:solidFill>
          <a:ln w="22860">
            <a:solidFill>
              <a:srgbClr val="504D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9853" y="2300883"/>
            <a:ext cx="807958" cy="1166336"/>
          </a:xfrm>
          <a:prstGeom prst="roundRect">
            <a:avLst>
              <a:gd name="adj" fmla="val 355"/>
            </a:avLst>
          </a:prstGeom>
          <a:solidFill>
            <a:srgbClr val="373433"/>
          </a:solidFill>
        </p:spPr>
      </p:sp>
      <p:sp>
        <p:nvSpPr>
          <p:cNvPr id="6" name="Text 4"/>
          <p:cNvSpPr/>
          <p:nvPr/>
        </p:nvSpPr>
        <p:spPr>
          <a:xfrm>
            <a:off x="982266" y="2694623"/>
            <a:ext cx="303014" cy="378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717715" y="2502813"/>
            <a:ext cx="2525197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Live Banking APIs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717715" y="2926318"/>
            <a:ext cx="11980902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 transaction support with secure, voice-authenticated banking.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06993" y="3669982"/>
            <a:ext cx="13216414" cy="1212056"/>
          </a:xfrm>
          <a:prstGeom prst="roundRect">
            <a:avLst>
              <a:gd name="adj" fmla="val 2500"/>
            </a:avLst>
          </a:prstGeom>
          <a:solidFill>
            <a:srgbClr val="464342"/>
          </a:solidFill>
          <a:ln w="22860">
            <a:solidFill>
              <a:srgbClr val="504D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9853" y="3692843"/>
            <a:ext cx="807958" cy="1166336"/>
          </a:xfrm>
          <a:prstGeom prst="roundRect">
            <a:avLst>
              <a:gd name="adj" fmla="val 355"/>
            </a:avLst>
          </a:prstGeom>
          <a:solidFill>
            <a:srgbClr val="373433"/>
          </a:solidFill>
        </p:spPr>
      </p:sp>
      <p:sp>
        <p:nvSpPr>
          <p:cNvPr id="11" name="Text 9"/>
          <p:cNvSpPr/>
          <p:nvPr/>
        </p:nvSpPr>
        <p:spPr>
          <a:xfrm>
            <a:off x="982266" y="4086582"/>
            <a:ext cx="303014" cy="378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1717715" y="3894773"/>
            <a:ext cx="2525197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Voice Authentication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717715" y="4318278"/>
            <a:ext cx="11980902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Biometric voice recognition for enhanced security and fraud detection.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06993" y="5061942"/>
            <a:ext cx="13216414" cy="1212056"/>
          </a:xfrm>
          <a:prstGeom prst="roundRect">
            <a:avLst>
              <a:gd name="adj" fmla="val 2500"/>
            </a:avLst>
          </a:prstGeom>
          <a:solidFill>
            <a:srgbClr val="464342"/>
          </a:solidFill>
          <a:ln w="22860">
            <a:solidFill>
              <a:srgbClr val="504D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853" y="5084802"/>
            <a:ext cx="807958" cy="1166336"/>
          </a:xfrm>
          <a:prstGeom prst="roundRect">
            <a:avLst>
              <a:gd name="adj" fmla="val 355"/>
            </a:avLst>
          </a:prstGeom>
          <a:solidFill>
            <a:srgbClr val="373433"/>
          </a:solidFill>
        </p:spPr>
      </p:sp>
      <p:sp>
        <p:nvSpPr>
          <p:cNvPr id="16" name="Text 14"/>
          <p:cNvSpPr/>
          <p:nvPr/>
        </p:nvSpPr>
        <p:spPr>
          <a:xfrm>
            <a:off x="982266" y="5478542"/>
            <a:ext cx="303014" cy="378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1717715" y="5286732"/>
            <a:ext cx="2525197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Conversational AI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717715" y="5710238"/>
            <a:ext cx="11980902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Advanced NLP for natural, human-like multi-turn dialogue.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06993" y="6453902"/>
            <a:ext cx="13216414" cy="1212056"/>
          </a:xfrm>
          <a:prstGeom prst="roundRect">
            <a:avLst>
              <a:gd name="adj" fmla="val 2500"/>
            </a:avLst>
          </a:prstGeom>
          <a:solidFill>
            <a:srgbClr val="464342"/>
          </a:solidFill>
          <a:ln w="22860">
            <a:solidFill>
              <a:srgbClr val="504D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853" y="6476762"/>
            <a:ext cx="807958" cy="1166336"/>
          </a:xfrm>
          <a:prstGeom prst="roundRect">
            <a:avLst>
              <a:gd name="adj" fmla="val 355"/>
            </a:avLst>
          </a:prstGeom>
          <a:solidFill>
            <a:srgbClr val="373433"/>
          </a:solidFill>
        </p:spPr>
      </p:sp>
      <p:sp>
        <p:nvSpPr>
          <p:cNvPr id="21" name="Text 19"/>
          <p:cNvSpPr/>
          <p:nvPr/>
        </p:nvSpPr>
        <p:spPr>
          <a:xfrm>
            <a:off x="982266" y="6870502"/>
            <a:ext cx="303014" cy="378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2350" dirty="0"/>
          </a:p>
        </p:txBody>
      </p:sp>
      <p:sp>
        <p:nvSpPr>
          <p:cNvPr id="22" name="Text 20"/>
          <p:cNvSpPr/>
          <p:nvPr/>
        </p:nvSpPr>
        <p:spPr>
          <a:xfrm>
            <a:off x="1717715" y="6678692"/>
            <a:ext cx="2525197" cy="315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Mobile &amp; Wearable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717715" y="7102197"/>
            <a:ext cx="11980902" cy="3055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Deployment on smartphones and smartwatches for on-the-go access.</a:t>
            </a:r>
            <a:endParaRPr lang="en-US" sz="1550" dirty="0"/>
          </a:p>
        </p:txBody>
      </p:sp>
      <p:sp>
        <p:nvSpPr>
          <p:cNvPr id="24" name="Text Box 23"/>
          <p:cNvSpPr txBox="1"/>
          <p:nvPr/>
        </p:nvSpPr>
        <p:spPr>
          <a:xfrm>
            <a:off x="0" y="7747000"/>
            <a:ext cx="14629765" cy="38798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noAutofit/>
          </a:bodyPr>
          <a:p>
            <a:r>
              <a:rPr lang="en-IN" altLang="en-US"/>
              <a:t>  </a:t>
            </a:r>
            <a:endParaRPr lang="en-I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2410</Words>
  <Application>WPS Presentation</Application>
  <PresentationFormat>On-screen Show (16:9)</PresentationFormat>
  <Paragraphs>111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Gelasio</vt:lpstr>
      <vt:lpstr>Gelasio</vt:lpstr>
      <vt:lpstr>Gelasio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Adil Shaikh</cp:lastModifiedBy>
  <cp:revision>2</cp:revision>
  <dcterms:created xsi:type="dcterms:W3CDTF">2026-04-14T14:01:00Z</dcterms:created>
  <dcterms:modified xsi:type="dcterms:W3CDTF">2026-04-14T14:07:50Z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17D80077F2D945BB9B475740B08F01CA_12</vt:lpwstr>
  </property>
  <property fmtid="{D5CDD505-2E9C-101B-9397-08002B2CF9AE}" pid="3" name="KSOProductBuildVer">
    <vt:lpwstr>1033-12.1.0.25242</vt:lpwstr>
  </property>
</Properties>
</file>